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OCR Technology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Landscape Scan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now outperform traditional OCR pipelines on complex documents while costing 167x less at scale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PaddleOCR-VL 7B leads benchmarks ahead of GPT-5.4 at $0.09/1K pages vs $15 for proprietary APIs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engines (Tesseract) remain relevant only for edge/offline deployments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2025 inflection: 6 major open-source OCR models in one month — open-source now superior to commercial APIs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IDP consolidating around AI-native platforms with end-to-end document understanding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OCR Landscape in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Engines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90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PaddleOCR-VL leads at 94.5% accuracy, $0.09/1K pages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73152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450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Google, Azure: $1.50–$65/1K; disrupted by Mistral at $1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LLM/Multimodal Vision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107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Flash: 6K pages/$1; Qwen3-VL rivals GPT-5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73152" cy="7772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Specialized/Vertical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370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ABBYY (200+ langs), Rossum (AP), Transkribus (history)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OCR Engines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PaddleOCR-VL 1.5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Benchmark leader (94.5% OmniDocBench); 109 languages; Apache 2.0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Chandra/Surya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Best layout preservation; 9B param Qwen-3-VL fine-tune; 83.1% olmOCR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5.5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Legacy baseline; 116 langs; CPU-only; struggles with tables/handwriting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DeepSeek-OCR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On-premises; 4.65 pg/sec; token compression; GPU required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olmOCR-2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High-throughput (153K pages/day); 82.4% accuracy; Allen AI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Cloud-Managed OCR Services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Document AI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95.8% accuracy; best on degraded docs; $0.60/1K at volume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Textract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Best table extraction; 8.9/10 ease of use; $1.50–$65/1K pages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Document Intelligence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30-min custom training; containerized on-prem; $0.53/1K at scale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OCR v3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$1/1K pages (90% cheaper); best layout understanding; strong handwriting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trend: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shifting from accuracy to ecosystem integration and compliance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/ Multimodal Vision OCR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Highest accuracy; ~$15/1K pages; best for complex reasoning over docs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2.0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6,000 pages for $1; cheaper than traditional OCR software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 / Sonnet 4.5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200K–1M context; top OCR scores; best for long-doc analysis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Qwen3-VL-235B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Rivals GPT-5; fully open-source; 32-language OCR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PaddleOCR-VL 7B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Outperforms GPT-5.4 on benchmarks; 167x cheaper; consumer GPU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Specialized &amp; Vertical OCR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ABBYY Vantage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200+ languages; joined handwriting; end-to-end IDP for enterprise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Rossum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Zero-template AP automation; self-improving AI; $18K+/year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Veryfi / Mindee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98.7% invoice accuracy; sub-3s processing; API-first for developers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Transkribus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Historical handwriting; custom model training per script; GDPR EU hosting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Microblink / OCR Studio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ID/passport scanning; &gt;99.9% accuracy; KYC compliance; mobile-first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Matrix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58368"/>
          <a:ext cx="8595360" cy="438912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914400"/>
                <a:gridCol w="914400"/>
                <a:gridCol w="1828800"/>
                <a:gridCol w="1005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PaddleOCR-VL 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VLM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docs, tables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 5.5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engine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text, offline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OCR v3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Handwriting, layout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Doc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$0.60–$1.50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 docs, GCP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Textract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$1.50–$65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extraction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Doc Intel.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$0.53–$10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reasoning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Flash 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Qwen3-VL-235B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GPT-5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ABBYY Vantage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IDP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tiers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Invoices/receipts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Transkribus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HWR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by Use Case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4114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 (budget)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PaddleOCR-VL 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$0.09/1K; best accuracy; open-source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/ 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 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Free; CPU-only; 116 languages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Rossum / ABBYY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Zero-template; compliance; HITL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invoices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Veryfi / Mindee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98%+ accuracy; sub-3s; API-first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doc Q&amp;A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/ Claude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reasoning over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LLM OCR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Flash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6K pages/$1; strong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Air-gapped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/ PaddleOCR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Self-hosted; data stays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HWR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Transkribus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per-script models; EU 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/ ID scanning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Microblink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Purpose-built; &gt;99.9%; 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unstract.com/blog/best-opensource-ocr-tools-in-2025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modal.com/blog/8-top-open-source-ocr-models-compared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codesota.com/ocr — Best OCR Models 2026 Benchmarks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vellum.ai/blog/document-data-extraction-llms-vs-ocrs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aiproductivity.ai/blog/best-ocr-tools-2026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analyticsvidhya.com/blog/2025/11/deepseek-ocr-vs-qwen-3-vl-vs-mistral-ocr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mistral.ai/news/mistral-ocr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invoicedataextraction.com — AWS vs Google vs Azure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abbyy.com/company/news/abbyy-ascend-2025-2-ai-enterprise-automation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rossum.ai/intelligent-document-processing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+ 14 additional sources (see full report: ocr_tech_scan.md)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Technology Landscape Scan — April 2026</dc:title>
  <dc:subject>PptxGenJS Presentation</dc:subject>
  <dc:creator>Technology Research</dc:creator>
  <cp:lastModifiedBy>Technology Research</cp:lastModifiedBy>
  <cp:revision>1</cp:revision>
  <dcterms:created xsi:type="dcterms:W3CDTF">2026-04-20T16:34:14Z</dcterms:created>
  <dcterms:modified xsi:type="dcterms:W3CDTF">2026-04-20T16:34:14Z</dcterms:modified>
</cp:coreProperties>
</file>